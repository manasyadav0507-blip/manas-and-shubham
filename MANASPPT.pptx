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Weather Data Analysis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656413" y="5105400"/>
            <a:ext cx="6400800" cy="1752600"/>
          </a:xfrm>
        </p:spPr>
        <p:txBody>
          <a:bodyPr>
            <a:normAutofit fontScale="55000" lnSpcReduction="20000"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MANAS YADAV </a:t>
            </a: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202410101150054</a:t>
            </a: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SHUBHAM JHA </a:t>
            </a: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202410101150032</a:t>
            </a: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GROUP : 31, 32</a:t>
            </a: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SUBMIT TO: DEEPIKA TIWARI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analyzes weather data using Python (Pandas, Matplotlib, Seaborn).</a:t>
            </a:r>
          </a:p>
          <a:p>
            <a:r>
              <a:t>The dataset contains over 96,000 entries of hourly weather information, including temperature, humidity, wind speed, and more.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man = pd.read_csv('/content/weatherHistory.csv.zip')</a:t>
            </a:r>
          </a:p>
          <a:p>
            <a:r>
              <a:t>print(man.isnull().sum())</a:t>
            </a:r>
          </a:p>
          <a:p>
            <a:r>
              <a:t>man.info()</a:t>
            </a:r>
          </a:p>
          <a:p>
            <a:r>
              <a:t>man.describe()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Total Rows: 96,453</a:t>
            </a:r>
          </a:p>
          <a:p>
            <a:r>
              <a:t>• Columns: 12</a:t>
            </a:r>
          </a:p>
          <a:p>
            <a:r>
              <a:t>• Missing Values: 517 in 'Precip Type'</a:t>
            </a:r>
          </a:p>
          <a:p>
            <a:r>
              <a:t>• Data Types: 8 numeric, 4 categorical</a:t>
            </a:r>
          </a:p>
          <a:p>
            <a:r>
              <a:t>• Example Columns: Temperature (C), Humidity, Pressure (millibars)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plt.figure(figsize=(12,6))</a:t>
            </a:r>
          </a:p>
          <a:p>
            <a:r>
              <a:t>sns.lineplot(data=man[['Temperature (C)', 'Apparent Temperature (C)']])</a:t>
            </a:r>
          </a:p>
          <a:p>
            <a:r>
              <a:t>plt.title('Temperature and Apparent Temperature Over Time')</a:t>
            </a:r>
          </a:p>
          <a:p>
            <a:endParaRPr/>
          </a:p>
          <a:p>
            <a:r>
              <a:t>sns.histplot(data=man, x='Humidity', kde=True)</a:t>
            </a:r>
          </a:p>
          <a:p>
            <a:r>
              <a:t>plt.title('Distribution of Humidity')</a:t>
            </a:r>
          </a:p>
          <a:p>
            <a:endParaRPr/>
          </a:p>
          <a:p>
            <a:r>
              <a:t>sns.countplot(data=man.reset_index(), x='Precip Type')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 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Line Plot: Temperature vs Apparent Temperature</a:t>
            </a:r>
          </a:p>
          <a:p>
            <a:r>
              <a:t>• Histogram: Humidity Distribution</a:t>
            </a:r>
          </a:p>
          <a:p>
            <a:r>
              <a:t>• Count Plot: Precipitation Types</a:t>
            </a:r>
          </a:p>
          <a:p>
            <a:r>
              <a:t>• Scatter Plots: Temperature vs Humidity, Wind Speed, Pressure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'Partly Cloudy' and 'Mostly Cloudy' are the most common weather types.</a:t>
            </a:r>
          </a:p>
          <a:p>
            <a:r>
              <a:t>• Temperature and Apparent Temperature are closely correlated.</a:t>
            </a:r>
          </a:p>
          <a:p>
            <a:r>
              <a:t>• Humidity mostly ranges between 0.6 and 0.9.</a:t>
            </a:r>
          </a:p>
          <a:p>
            <a:r>
              <a:t>• Weak correlation between temperature and other variables.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 and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Further analyze correlations and seasonal patterns.</a:t>
            </a:r>
          </a:p>
          <a:p>
            <a:r>
              <a:t>• Implement time series models for temperature prediction.</a:t>
            </a:r>
          </a:p>
          <a:p>
            <a:r>
              <a:t>• Explore geospatial weather visualization using coordinates.</a:t>
            </a:r>
          </a:p>
          <a:p>
            <a:r>
              <a:t>• Automate the pipeline for continuous weather data monitoring.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Conclusion:</a:t>
            </a:r>
          </a:p>
          <a:p>
            <a:r>
              <a:t>The weather data analysis successfully demonstrated data handling, visualization, and basic insights using Python. The study identified patterns in temperature, humidity, and precipitation trends, providing a foundation for deeper analysis or forecasting.</a:t>
            </a:r>
          </a:p>
          <a:p>
            <a:endParaRPr/>
          </a:p>
          <a:p>
            <a:r>
              <a:t>Thank You:</a:t>
            </a:r>
          </a:p>
          <a:p>
            <a:r>
              <a:t>Thank you for viewing this presentation! Your time and attention are greatly appreciated.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396</Words>
  <Application>Microsoft Office PowerPoint</Application>
  <PresentationFormat>On-screen Show (4:3)</PresentationFormat>
  <Paragraphs>52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Weather Data Analysis Project</vt:lpstr>
      <vt:lpstr>Introduction</vt:lpstr>
      <vt:lpstr>Input Code</vt:lpstr>
      <vt:lpstr>Dataset Information</vt:lpstr>
      <vt:lpstr>Visualization Code</vt:lpstr>
      <vt:lpstr>Output Visualizations</vt:lpstr>
      <vt:lpstr>Key Findings</vt:lpstr>
      <vt:lpstr>Insights and Next Steps</vt:lpstr>
      <vt:lpstr>Conclusion &amp; 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Weather Data Analysis Project</dc:title>
  <dc:subject/>
  <dc:creator>DELL</dc:creator>
  <cp:keywords/>
  <dc:description>generated using python-pptx</dc:description>
  <cp:lastModifiedBy>RUDRA PRATAP</cp:lastModifiedBy>
  <cp:revision>2</cp:revision>
  <dcterms:created xsi:type="dcterms:W3CDTF">2013-01-27T09:14:16Z</dcterms:created>
  <dcterms:modified xsi:type="dcterms:W3CDTF">2025-11-10T06:46:01Z</dcterms:modified>
  <cp:category/>
</cp:coreProperties>
</file>